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07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66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2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53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978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59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71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82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61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174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7749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591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6718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810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84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0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D6B9A-8107-4684-880A-E790591B7D27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327366-6D37-4558-B952-64AEDBC2D4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0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F2038-FA39-D2F2-1A7A-F900EBA9D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№10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23B526-96D6-2DB3-1121-F49D5514D8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Студент: </a:t>
            </a:r>
            <a:r>
              <a:rPr lang="ru-RU" dirty="0" err="1"/>
              <a:t>Фаридун</a:t>
            </a:r>
            <a:r>
              <a:rPr lang="ru-RU" dirty="0"/>
              <a:t> Набиев </a:t>
            </a:r>
          </a:p>
          <a:p>
            <a:r>
              <a:rPr lang="ru-RU" dirty="0"/>
              <a:t>Группа: НБИбд-02-25</a:t>
            </a:r>
          </a:p>
        </p:txBody>
      </p:sp>
    </p:spTree>
    <p:extLst>
      <p:ext uri="{BB962C8B-B14F-4D97-AF65-F5344CB8AC3E}">
        <p14:creationId xmlns:p14="http://schemas.microsoft.com/office/powerpoint/2010/main" val="141562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84455-FC01-EE1C-CD7D-9D4FD70A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30640-F11E-741A-95CC-42C111B73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4735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Познакомиться с операционной системой Linux. Получить практические навыки работы с редактором </a:t>
            </a:r>
            <a:r>
              <a:rPr lang="ru-RU" i="1" dirty="0" err="1"/>
              <a:t>vi</a:t>
            </a:r>
            <a:r>
              <a:rPr lang="ru-RU" i="1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3A4422-1A95-B210-3CB2-8880B95F0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47" y="2880360"/>
            <a:ext cx="9203373" cy="34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3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2BE31-8B62-9CA1-06D9-61094319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выполнения заданий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F88E2-1C4D-9B09-93CF-026C3CD76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71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Задание 1. </a:t>
            </a:r>
          </a:p>
          <a:p>
            <a:pPr marL="0" indent="0">
              <a:buNone/>
            </a:pPr>
            <a:r>
              <a:rPr lang="ru-RU" sz="2400" dirty="0"/>
              <a:t>Создание нового файла </a:t>
            </a:r>
            <a:r>
              <a:rPr lang="en-US" sz="2400" dirty="0"/>
              <a:t>hello.sh </a:t>
            </a:r>
            <a:endParaRPr lang="ru-RU" sz="2400" dirty="0"/>
          </a:p>
          <a:p>
            <a:pPr marL="0" indent="0">
              <a:buNone/>
            </a:pPr>
            <a:r>
              <a:rPr lang="en-US" sz="2400" dirty="0"/>
              <a:t>1.</a:t>
            </a:r>
            <a:r>
              <a:rPr lang="ru-RU" sz="2400" i="1" dirty="0"/>
              <a:t>Создан каталог: ```</a:t>
            </a:r>
            <a:r>
              <a:rPr lang="en-US" sz="2400" i="1" dirty="0"/>
              <a:t>bash </a:t>
            </a:r>
            <a:r>
              <a:rPr lang="en-US" sz="2400" i="1" dirty="0" err="1"/>
              <a:t>mkdir</a:t>
            </a:r>
            <a:r>
              <a:rPr lang="en-US" sz="2400" i="1" dirty="0"/>
              <a:t> -p ~/work/</a:t>
            </a:r>
            <a:r>
              <a:rPr lang="en-US" sz="2400" i="1" dirty="0" err="1"/>
              <a:t>os</a:t>
            </a:r>
            <a:r>
              <a:rPr lang="en-US" sz="2400" i="1" dirty="0"/>
              <a:t>/lab06 cd ~/work/</a:t>
            </a:r>
            <a:r>
              <a:rPr lang="en-US" sz="2400" i="1" dirty="0" err="1"/>
              <a:t>os</a:t>
            </a:r>
            <a:r>
              <a:rPr lang="en-US" sz="2400" i="1" dirty="0"/>
              <a:t>/lab06 </a:t>
            </a:r>
            <a:endParaRPr lang="ru-RU" sz="2400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6F03B5-80BA-9810-F935-A01A78BE8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56372"/>
            <a:ext cx="72847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2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23C24-B74C-86FB-2A49-E241B820F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выполнения заданий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FECDF3-8E95-7FF0-1195-72782B7B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13760" cy="4351338"/>
          </a:xfrm>
        </p:spPr>
        <p:txBody>
          <a:bodyPr>
            <a:normAutofit fontScale="85000" lnSpcReduction="20000"/>
          </a:bodyPr>
          <a:lstStyle/>
          <a:p>
            <a:endParaRPr lang="ru-RU" sz="2800" dirty="0"/>
          </a:p>
          <a:p>
            <a:pPr marL="0" indent="0">
              <a:buNone/>
            </a:pPr>
            <a:r>
              <a:rPr lang="ru-RU" sz="2800" dirty="0"/>
              <a:t>Задание 1. </a:t>
            </a:r>
          </a:p>
          <a:p>
            <a:pPr marL="0" indent="0">
              <a:buNone/>
            </a:pPr>
            <a:r>
              <a:rPr lang="ru-RU" sz="2800" dirty="0"/>
              <a:t>Создание нового файла </a:t>
            </a:r>
            <a:r>
              <a:rPr lang="en-US" sz="2800" dirty="0"/>
              <a:t>hello.sh </a:t>
            </a:r>
            <a:endParaRPr lang="ru-RU" sz="2800" dirty="0"/>
          </a:p>
          <a:p>
            <a:pPr marL="0" indent="0">
              <a:buNone/>
            </a:pPr>
            <a:r>
              <a:rPr lang="en-US" sz="2800" i="1" dirty="0"/>
              <a:t>2.</a:t>
            </a:r>
            <a:r>
              <a:rPr lang="ru-RU" sz="2800" i="1" dirty="0"/>
              <a:t>Создан файл </a:t>
            </a:r>
            <a:r>
              <a:rPr lang="en-US" sz="2800" i="1" dirty="0"/>
              <a:t>hello.sh </a:t>
            </a:r>
            <a:r>
              <a:rPr lang="ru-RU" sz="2800" i="1" dirty="0"/>
              <a:t>в редакторе </a:t>
            </a:r>
            <a:r>
              <a:rPr lang="en-US" sz="2800" i="1" dirty="0"/>
              <a:t>vi </a:t>
            </a:r>
            <a:r>
              <a:rPr lang="ru-RU" sz="2800" i="1" dirty="0"/>
              <a:t>и введён следующий текст: #!/</a:t>
            </a:r>
            <a:r>
              <a:rPr lang="en-US" sz="2800" i="1" dirty="0"/>
              <a:t>bin/bash</a:t>
            </a:r>
            <a:endParaRPr lang="ru-RU" sz="2800" i="1" dirty="0"/>
          </a:p>
          <a:p>
            <a:pPr marL="0" indent="0">
              <a:buNone/>
            </a:pPr>
            <a:r>
              <a:rPr lang="en-US" i="1" dirty="0"/>
              <a:t>HELL=Hello function hello { local HELLO=World echo $HELLO } echo $HELL hello 3.</a:t>
            </a:r>
            <a:r>
              <a:rPr lang="ru-RU" i="1" dirty="0"/>
              <a:t>Сделан файл исполняемым: </a:t>
            </a:r>
            <a:r>
              <a:rPr lang="en-US" i="1" dirty="0" err="1"/>
              <a:t>chmod</a:t>
            </a:r>
            <a:r>
              <a:rPr lang="en-US" i="1" dirty="0"/>
              <a:t> +x hello.sh</a:t>
            </a:r>
            <a:endParaRPr lang="ru-RU" i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7F3902-C1D1-BCCA-0580-52886C7E2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880" y="1690688"/>
            <a:ext cx="74186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30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A6BC2-ABF2-F28F-914B-919D7ED5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2. Редактирование существующего файла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5AE92-7BD8-C94A-5939-1ED319823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В редакторе </a:t>
            </a:r>
            <a:r>
              <a:rPr lang="ru-RU" i="1" dirty="0" err="1"/>
              <a:t>vi</a:t>
            </a:r>
            <a:r>
              <a:rPr lang="ru-RU" i="1" dirty="0"/>
              <a:t> выполнены следующие действия: </a:t>
            </a:r>
          </a:p>
          <a:p>
            <a:r>
              <a:rPr lang="ru-RU" i="1" dirty="0"/>
              <a:t>Заменено слово HELL на HELLO во второй строке </a:t>
            </a:r>
          </a:p>
          <a:p>
            <a:r>
              <a:rPr lang="ru-RU" i="1" dirty="0"/>
              <a:t>Удалено слово LOCAL в четвёртой строке и вставлено </a:t>
            </a:r>
            <a:r>
              <a:rPr lang="ru-RU" i="1" dirty="0" err="1"/>
              <a:t>local</a:t>
            </a:r>
            <a:r>
              <a:rPr lang="ru-RU" i="1" dirty="0"/>
              <a:t> </a:t>
            </a:r>
          </a:p>
          <a:p>
            <a:r>
              <a:rPr lang="ru-RU" i="1" dirty="0"/>
              <a:t>Добавлена и затем удалена строка </a:t>
            </a:r>
            <a:r>
              <a:rPr lang="ru-RU" i="1" dirty="0" err="1"/>
              <a:t>echo</a:t>
            </a:r>
            <a:r>
              <a:rPr lang="ru-RU" i="1" dirty="0"/>
              <a:t> $HELLO </a:t>
            </a:r>
          </a:p>
          <a:p>
            <a:r>
              <a:rPr lang="ru-RU" i="1" dirty="0"/>
              <a:t>Отменено последнее действие командой u </a:t>
            </a:r>
          </a:p>
          <a:p>
            <a:r>
              <a:rPr lang="ru-RU" i="1" dirty="0"/>
              <a:t>Изменения сохранены и редактор закрыт командой :</a:t>
            </a:r>
            <a:r>
              <a:rPr lang="ru-RU" i="1" dirty="0" err="1"/>
              <a:t>wq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4098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562B2-4807-B300-0DCC-AB6253AB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737D36-1D21-703E-D387-65794AB7F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03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i="1" dirty="0"/>
              <a:t>В ходе лабораторной работы я познакомился с текстовым редактором </a:t>
            </a:r>
            <a:r>
              <a:rPr lang="ru-RU" i="1" dirty="0" err="1"/>
              <a:t>vi</a:t>
            </a:r>
            <a:r>
              <a:rPr lang="ru-RU" i="1" dirty="0"/>
              <a:t>, освоил три основных режима работы (командный, вставки, последней строки), научился создавать, редактировать, сохранять и выходить из файлов. Получены базовые навыки работы с </a:t>
            </a:r>
            <a:r>
              <a:rPr lang="ru-RU" i="1" dirty="0" err="1"/>
              <a:t>vi</a:t>
            </a:r>
            <a:r>
              <a:rPr lang="ru-RU" i="1" dirty="0"/>
              <a:t>, которые являются стандартными практически во всех дистрибутивах Linux.</a:t>
            </a:r>
          </a:p>
        </p:txBody>
      </p:sp>
    </p:spTree>
    <p:extLst>
      <p:ext uri="{BB962C8B-B14F-4D97-AF65-F5344CB8AC3E}">
        <p14:creationId xmlns:p14="http://schemas.microsoft.com/office/powerpoint/2010/main" val="223723736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226</Words>
  <Application>Microsoft Office PowerPoint</Application>
  <PresentationFormat>Широкоэкранный</PresentationFormat>
  <Paragraphs>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Лабораторная работа №10</vt:lpstr>
      <vt:lpstr>Цель работы</vt:lpstr>
      <vt:lpstr>Описание выполнения заданий</vt:lpstr>
      <vt:lpstr>Описание выполнения заданий</vt:lpstr>
      <vt:lpstr>Задание 2. Редактирование существующего файла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Мухаммад Набиев</dc:creator>
  <cp:lastModifiedBy>Мухаммад Набиев</cp:lastModifiedBy>
  <cp:revision>3</cp:revision>
  <dcterms:created xsi:type="dcterms:W3CDTF">2026-04-18T19:44:05Z</dcterms:created>
  <dcterms:modified xsi:type="dcterms:W3CDTF">2026-04-18T19:45:53Z</dcterms:modified>
</cp:coreProperties>
</file>